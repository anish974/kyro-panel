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A35EA0-4324-4FCE-BF3E-F93E1C826DDE}">
  <a:tblStyle styleId="{8AA35EA0-4324-4FCE-BF3E-F93E1C826D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Play-regular.fntdata"/><Relationship Id="rId14" Type="http://schemas.openxmlformats.org/officeDocument/2006/relationships/slide" Target="slides/slide7.xml"/><Relationship Id="rId16" Type="http://schemas.openxmlformats.org/officeDocument/2006/relationships/font" Target="fonts/Play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9ac4072d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9ac4072d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ac4072d1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9ac4072d1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ac4072d1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9ac4072d1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ac4072d1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9ac4072d1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ac4072d1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9ac4072d1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ac4072d1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9ac4072d1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ac4072d1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9ac4072d1_2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3.jpg"/><Relationship Id="rId5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5.jp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Relationship Id="rId6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Relationship Id="rId6" Type="http://schemas.openxmlformats.org/officeDocument/2006/relationships/image" Target="../media/image16.jpg"/><Relationship Id="rId7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/>
        </p:nvSpPr>
        <p:spPr>
          <a:xfrm>
            <a:off x="1875075" y="1153575"/>
            <a:ext cx="3438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&lt;Write your Team Name&gt;vv</a:t>
            </a:r>
            <a:endParaRPr b="1" sz="2100">
              <a:solidFill>
                <a:schemeClr val="dk1"/>
              </a:solidFill>
            </a:endParaRPr>
          </a:p>
        </p:txBody>
      </p:sp>
      <p:pic>
        <p:nvPicPr>
          <p:cNvPr id="133" name="Google Shape;133;p25" title="e56e6cfd-7493-4488-941f-befe2bd01715 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2272800" y="1728375"/>
            <a:ext cx="459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</a:rPr>
              <a:t>&lt;Write your Team Name&gt;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630450" y="2402292"/>
            <a:ext cx="188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000">
                <a:solidFill>
                  <a:schemeClr val="dk1"/>
                </a:solidFill>
              </a:rPr>
              <a:t>Round: II</a:t>
            </a:r>
            <a:endParaRPr b="1" i="1" sz="3000">
              <a:solidFill>
                <a:schemeClr val="dk1"/>
              </a:solidFill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2548950" y="2842881"/>
            <a:ext cx="37857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100">
                <a:solidFill>
                  <a:srgbClr val="3C9EFF"/>
                </a:solidFill>
              </a:rPr>
              <a:t>IDEA SUBMISSION</a:t>
            </a:r>
            <a:endParaRPr b="1" i="1" sz="3100">
              <a:solidFill>
                <a:srgbClr val="3C9E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43" name="Google Shape;14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874125" y="1268025"/>
            <a:ext cx="222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Team Details:</a:t>
            </a:r>
            <a:endParaRPr b="1" sz="2800">
              <a:solidFill>
                <a:srgbClr val="4396E9"/>
              </a:solidFill>
            </a:endParaRPr>
          </a:p>
        </p:txBody>
      </p:sp>
      <p:graphicFrame>
        <p:nvGraphicFramePr>
          <p:cNvPr id="146" name="Google Shape;146;p26"/>
          <p:cNvGraphicFramePr/>
          <p:nvPr/>
        </p:nvGraphicFramePr>
        <p:xfrm>
          <a:off x="1664300" y="194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{8AA35EA0-4324-4FCE-BF3E-F93E1C826DDE}</a:tableStyleId>
              </a:tblPr>
              <a:tblGrid>
                <a:gridCol w="631800"/>
                <a:gridCol w="2043200"/>
                <a:gridCol w="1993700"/>
                <a:gridCol w="1986650"/>
              </a:tblGrid>
              <a:tr h="31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S.No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Name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Team Member Role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Team Member Mail ID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52" name="Google Shape;15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 title="3 up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 txBox="1"/>
          <p:nvPr/>
        </p:nvSpPr>
        <p:spPr>
          <a:xfrm>
            <a:off x="792075" y="1358575"/>
            <a:ext cx="44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Track - Problem Statement: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1443800" y="2003225"/>
            <a:ext cx="562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Track Chosen: (Select from Echo Sphere Tracks)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One Problem Statement 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1794700" y="2801775"/>
            <a:ext cx="6185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Clearly mention the Problem Statement chosen from the track list. 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(Each team can select maximum one problem statements from their chosen track.) 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779550" y="1371100"/>
            <a:ext cx="338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Problem Description: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1230725" y="1993325"/>
            <a:ext cx="688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Explain in 50 words what the real-world problem is and why it matters.</a:t>
            </a:r>
            <a:endParaRPr i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 title="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 txBox="1"/>
          <p:nvPr/>
        </p:nvSpPr>
        <p:spPr>
          <a:xfrm>
            <a:off x="754475" y="1396150"/>
            <a:ext cx="574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Proposed Solution / Idea Overview: 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1331000" y="2022822"/>
            <a:ext cx="676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Describe your idea, approach, and uniqueness in 100-150 words</a:t>
            </a:r>
            <a:r>
              <a:rPr lang="en" sz="1700">
                <a:solidFill>
                  <a:schemeClr val="dk1"/>
                </a:solidFill>
              </a:rPr>
              <a:t>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 title="1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1055275" y="1391000"/>
            <a:ext cx="398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Additional Notes: (If Any) </a:t>
            </a:r>
            <a:endParaRPr b="1" sz="2400">
              <a:solidFill>
                <a:srgbClr val="4396E9"/>
              </a:solidFill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1732025" y="2198250"/>
            <a:ext cx="5251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</a:rPr>
              <a:t>Any additional information your team wants to share. </a:t>
            </a:r>
            <a:endParaRPr i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 title="1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1168075" y="1446300"/>
            <a:ext cx="429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96E9"/>
                </a:solidFill>
              </a:rPr>
              <a:t>Submission Instructions: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1669375" y="2183225"/>
            <a:ext cx="5727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Submit your document in PDF format named as: </a:t>
            </a:r>
            <a:r>
              <a:rPr b="1" i="1" lang="en" sz="1300">
                <a:solidFill>
                  <a:srgbClr val="4396E9"/>
                </a:solidFill>
              </a:rPr>
              <a:t>TeamName_EchoSphere2026_IdeaSubmission.pdf</a:t>
            </a:r>
            <a:endParaRPr b="1" i="1" sz="1300">
              <a:solidFill>
                <a:srgbClr val="4396E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Upload it on the commudle Submission Portal.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Deadline: </a:t>
            </a:r>
            <a:r>
              <a:rPr b="1" lang="en" sz="1300">
                <a:solidFill>
                  <a:srgbClr val="4396E9"/>
                </a:solidFill>
              </a:rPr>
              <a:t>28th August, 2026 23:59</a:t>
            </a:r>
            <a:endParaRPr b="1" sz="1300">
              <a:solidFill>
                <a:srgbClr val="4396E9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your Idea Overview concise to 10-12 pages, focus on clarity,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originality, and feasibility.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Please remove the Italic sentences from the document once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          your document is ready to submit.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